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e0bdd73c934402" /><Relationship Type="http://schemas.openxmlformats.org/officeDocument/2006/relationships/extended-properties" Target="/docProps/app.xml" Id="Rf472eb85f08d443e" /><Relationship Type="http://schemas.openxmlformats.org/officeDocument/2006/relationships/officeDocument" Target="/ppt/presentation.xml" Id="R3c170d45f026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f262c27d00497a"/>
  </p:sldMasterIdLst>
  <p:notesMasterIdLst>
    <p:notesMasterId xmlns:r="http://schemas.openxmlformats.org/officeDocument/2006/relationships" r:id="Rd4f2878269084569"/>
  </p:notesMasterIdLst>
  <p:sldIdLst>
    <p:sldId xmlns:r="http://schemas.openxmlformats.org/officeDocument/2006/relationships" id="256" r:id="R02c1053c6a1d4400"/>
    <p:sldId xmlns:r="http://schemas.openxmlformats.org/officeDocument/2006/relationships" id="257" r:id="Rb4f9f81b1b2a46b0"/>
    <p:sldId xmlns:r="http://schemas.openxmlformats.org/officeDocument/2006/relationships" id="258" r:id="R3d75950003d34cc3"/>
    <p:sldId xmlns:r="http://schemas.openxmlformats.org/officeDocument/2006/relationships" id="259" r:id="R0194552c9b004965"/>
    <p:sldId xmlns:r="http://schemas.openxmlformats.org/officeDocument/2006/relationships" id="260" r:id="Rb550c4ebfb4c4fe7"/>
    <p:sldId xmlns:r="http://schemas.openxmlformats.org/officeDocument/2006/relationships" id="261" r:id="Rb8939a41af6a4148"/>
    <p:sldId xmlns:r="http://schemas.openxmlformats.org/officeDocument/2006/relationships" id="262" r:id="R344c0f6ca76f4b2e"/>
    <p:sldId xmlns:r="http://schemas.openxmlformats.org/officeDocument/2006/relationships" id="263" r:id="R823ae77c0f7848a1"/>
    <p:sldId xmlns:r="http://schemas.openxmlformats.org/officeDocument/2006/relationships" id="264" r:id="Ra5233e794d9e4be7"/>
    <p:sldId xmlns:r="http://schemas.openxmlformats.org/officeDocument/2006/relationships" id="265" r:id="Refd68f4218424f22"/>
    <p:sldId xmlns:r="http://schemas.openxmlformats.org/officeDocument/2006/relationships" id="266" r:id="R42cf5a8e1528407f"/>
    <p:sldId xmlns:r="http://schemas.openxmlformats.org/officeDocument/2006/relationships" id="267" r:id="Rb2b08b3a01b942af"/>
    <p:sldId xmlns:r="http://schemas.openxmlformats.org/officeDocument/2006/relationships" id="268" r:id="R41cf5bbe3b47406e"/>
    <p:sldId xmlns:r="http://schemas.openxmlformats.org/officeDocument/2006/relationships" id="269" r:id="R4c124289f9e243aa"/>
    <p:sldId xmlns:r="http://schemas.openxmlformats.org/officeDocument/2006/relationships" id="270" r:id="R914ff11b78014880"/>
    <p:sldId xmlns:r="http://schemas.openxmlformats.org/officeDocument/2006/relationships" id="271" r:id="R367fc19095a74a6f"/>
    <p:sldId xmlns:r="http://schemas.openxmlformats.org/officeDocument/2006/relationships" id="272" r:id="Rf31191cc8ff744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c9687b9e2b4ee5" /><Relationship Type="http://schemas.openxmlformats.org/officeDocument/2006/relationships/slideMaster" Target="/ppt/slideMasters/slideMaster1.xml" Id="R21f262c27d00497a" /><Relationship Type="http://schemas.openxmlformats.org/officeDocument/2006/relationships/notesMaster" Target="/ppt/notesMasters/notesMaster1.xml" Id="Rd4f2878269084569" /><Relationship Type="http://schemas.openxmlformats.org/officeDocument/2006/relationships/presProps" Target="/ppt/presProps.xml" Id="R1d7772282ac54da1" /><Relationship Type="http://schemas.openxmlformats.org/officeDocument/2006/relationships/tableStyles" Target="/ppt/tableStyles.xml" Id="R8c64d2ebc72d472c" /><Relationship Type="http://schemas.openxmlformats.org/officeDocument/2006/relationships/slide" Target="/ppt/slides/slide1.xml" Id="R02c1053c6a1d4400" /><Relationship Type="http://schemas.openxmlformats.org/officeDocument/2006/relationships/slide" Target="/ppt/slides/slide2.xml" Id="Rb4f9f81b1b2a46b0" /><Relationship Type="http://schemas.openxmlformats.org/officeDocument/2006/relationships/slide" Target="/ppt/slides/slide3.xml" Id="R3d75950003d34cc3" /><Relationship Type="http://schemas.openxmlformats.org/officeDocument/2006/relationships/slide" Target="/ppt/slides/slide4.xml" Id="R0194552c9b004965" /><Relationship Type="http://schemas.openxmlformats.org/officeDocument/2006/relationships/slide" Target="/ppt/slides/slide5.xml" Id="Rb550c4ebfb4c4fe7" /><Relationship Type="http://schemas.openxmlformats.org/officeDocument/2006/relationships/slide" Target="/ppt/slides/slide6.xml" Id="Rb8939a41af6a4148" /><Relationship Type="http://schemas.openxmlformats.org/officeDocument/2006/relationships/slide" Target="/ppt/slides/slide7.xml" Id="R344c0f6ca76f4b2e" /><Relationship Type="http://schemas.openxmlformats.org/officeDocument/2006/relationships/slide" Target="/ppt/slides/slide8.xml" Id="R823ae77c0f7848a1" /><Relationship Type="http://schemas.openxmlformats.org/officeDocument/2006/relationships/slide" Target="/ppt/slides/slide9.xml" Id="Ra5233e794d9e4be7" /><Relationship Type="http://schemas.openxmlformats.org/officeDocument/2006/relationships/slide" Target="/ppt/slides/slide10.xml" Id="Refd68f4218424f22" /><Relationship Type="http://schemas.openxmlformats.org/officeDocument/2006/relationships/slide" Target="/ppt/slides/slide11.xml" Id="R42cf5a8e1528407f" /><Relationship Type="http://schemas.openxmlformats.org/officeDocument/2006/relationships/slide" Target="/ppt/slides/slide12.xml" Id="Rb2b08b3a01b942af" /><Relationship Type="http://schemas.openxmlformats.org/officeDocument/2006/relationships/slide" Target="/ppt/slides/slide13.xml" Id="R41cf5bbe3b47406e" /><Relationship Type="http://schemas.openxmlformats.org/officeDocument/2006/relationships/slide" Target="/ppt/slides/slide14.xml" Id="R4c124289f9e243aa" /><Relationship Type="http://schemas.openxmlformats.org/officeDocument/2006/relationships/slide" Target="/ppt/slides/slide15.xml" Id="R914ff11b78014880" /><Relationship Type="http://schemas.openxmlformats.org/officeDocument/2006/relationships/slide" Target="/ppt/slides/slide16.xml" Id="R367fc19095a74a6f" /><Relationship Type="http://schemas.openxmlformats.org/officeDocument/2006/relationships/slide" Target="/ppt/slides/slide17.xml" Id="Rf31191cc8ff744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26f520b73142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0a4c65126d4ca5" /><Relationship Type="http://schemas.openxmlformats.org/officeDocument/2006/relationships/notesMaster" Target="/ppt/notesMasters/notesMaster1.xml" Id="Rdab624f474bb4e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b4993272274b6f" /><Relationship Type="http://schemas.openxmlformats.org/officeDocument/2006/relationships/notesMaster" Target="/ppt/notesMasters/notesMaster1.xml" Id="Rc25509a96c53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fa5412178fc4517" /><Relationship Type="http://schemas.openxmlformats.org/officeDocument/2006/relationships/notesMaster" Target="/ppt/notesMasters/notesMaster1.xml" Id="R627780add2564e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ee2d3990694fe7" /><Relationship Type="http://schemas.openxmlformats.org/officeDocument/2006/relationships/notesMaster" Target="/ppt/notesMasters/notesMaster1.xml" Id="Rd92a1eeec4df48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3858ed5ba46a4" /><Relationship Type="http://schemas.openxmlformats.org/officeDocument/2006/relationships/notesMaster" Target="/ppt/notesMasters/notesMaster1.xml" Id="Rd4b455a62adc4c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5f299198f54297" /><Relationship Type="http://schemas.openxmlformats.org/officeDocument/2006/relationships/notesMaster" Target="/ppt/notesMasters/notesMaster1.xml" Id="Rf54b376a7a6f47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f3e3edc2e04a1e" /><Relationship Type="http://schemas.openxmlformats.org/officeDocument/2006/relationships/notesMaster" Target="/ppt/notesMasters/notesMaster1.xml" Id="R4f63dbd5413748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7dd7f51bf14eda" /><Relationship Type="http://schemas.openxmlformats.org/officeDocument/2006/relationships/notesMaster" Target="/ppt/notesMasters/notesMaster1.xml" Id="R506e89788ac74c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59feb3a31a4a0b" /><Relationship Type="http://schemas.openxmlformats.org/officeDocument/2006/relationships/notesMaster" Target="/ppt/notesMasters/notesMaster1.xml" Id="R99848a40847d4b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f5d892677e44e4" /><Relationship Type="http://schemas.openxmlformats.org/officeDocument/2006/relationships/notesMaster" Target="/ppt/notesMasters/notesMaster1.xml" Id="R2783a18b9b5440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b83f6605604622" /><Relationship Type="http://schemas.openxmlformats.org/officeDocument/2006/relationships/notesMaster" Target="/ppt/notesMasters/notesMaster1.xml" Id="R964a35478b024d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52e8ef30e742d9" /><Relationship Type="http://schemas.openxmlformats.org/officeDocument/2006/relationships/notesMaster" Target="/ppt/notesMasters/notesMaster1.xml" Id="R6dfd3f2cf6b543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7854dab4e14170" /><Relationship Type="http://schemas.openxmlformats.org/officeDocument/2006/relationships/notesMaster" Target="/ppt/notesMasters/notesMaster1.xml" Id="R3183998f97c048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bf9f155f2a4f4a" /><Relationship Type="http://schemas.openxmlformats.org/officeDocument/2006/relationships/notesMaster" Target="/ppt/notesMasters/notesMaster1.xml" Id="R70dd07601fc54b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779720c8c7436b" /><Relationship Type="http://schemas.openxmlformats.org/officeDocument/2006/relationships/notesMaster" Target="/ppt/notesMasters/notesMaster1.xml" Id="Rf1397c8a26e6435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e0e84f411d4581" /><Relationship Type="http://schemas.openxmlformats.org/officeDocument/2006/relationships/notesMaster" Target="/ppt/notesMasters/notesMaster1.xml" Id="Rbe8a518ccaee41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31d5857593488c" /><Relationship Type="http://schemas.openxmlformats.org/officeDocument/2006/relationships/notesMaster" Target="/ppt/notesMasters/notesMaster1.xml" Id="R80387b2d16064e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presents the repository’s browser demo and Java console implementation. The project documentation describes the browser experience as a demonstration, not secure election infrastructure.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presentation moves from product intent to implementation, then closes with a demo script and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framing reflects the described website flow and Java project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files are index.html, styles.css and app.js. The Java app runs from Main and exports through ResultsExporter.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DOM targets and functions present in index.html and app.js.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order and effects match the voteForm submit handler in app.js. Vote records are saved to local storage before the page re-renders.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storage key and data fields are read from app.js. WEBSITE.md lists sample voter IDs VOTER-001 through VOTER-006.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Behaviour described from app.js setupForm validation, vote filtering and resetDemo handler.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Responsibilities are summarized from the source classes and DESIGN_DOCUMENT.md.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status ordering and castVote logic follow VotingManager.java. The manager checks the time window first, then voter, repeat use, candidate and finally records the vote.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VoteStatus enum values and VoteReceipt messages are defined in VoteStatus.java and VotingManager.java.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prints a summary and ResultsExporter writes a UTF-8 text report to voting-results.txt in the current working directory.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visible in app.js, VotingManager.java, Main.java and ResultsExporter.java.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WEBSITE.md explicitly says local storage is not a secure election database and does not sync between devices. The missing capabilities listed here are recommendations inferred from that limitation and the repository contents.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instructions follow USER_MANUAL.md and WEBSITE.md. The Java manual requires JDK 11 or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is a set of recommendations based on the project’s documented demonstration scope, not a description of implemented functionality.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6d823e731d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ca0cd5c50d4243" /><Relationship Type="http://schemas.openxmlformats.org/officeDocument/2006/relationships/slideLayout" Target="/ppt/slideLayouts/slideLayout1.xml" Id="R78c85d5bb651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c85d5bb651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e953a7cea4a15" /><Relationship Type="http://schemas.openxmlformats.org/officeDocument/2006/relationships/notesSlide" Target="/ppt/notesSlides/notesSlide1.xml" Id="R60c156eea2d640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37039fe8c43f0" /><Relationship Type="http://schemas.openxmlformats.org/officeDocument/2006/relationships/notesSlide" Target="/ppt/notesSlides/notesSlide2.xml" Id="R50a27d15b611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3149aa8c44213" /><Relationship Type="http://schemas.openxmlformats.org/officeDocument/2006/relationships/notesSlide" Target="/ppt/notesSlides/notesSlide3.xml" Id="R1ac286431c75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d39c954f4b44" /><Relationship Type="http://schemas.openxmlformats.org/officeDocument/2006/relationships/notesSlide" Target="/ppt/notesSlides/notesSlide4.xml" Id="Rb6810de1bbca47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1b4b7b97c4869" /><Relationship Type="http://schemas.openxmlformats.org/officeDocument/2006/relationships/notesSlide" Target="/ppt/notesSlides/notesSlide5.xml" Id="Ra392538e5d99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5740c5bf945c7" /><Relationship Type="http://schemas.openxmlformats.org/officeDocument/2006/relationships/notesSlide" Target="/ppt/notesSlides/notesSlide6.xml" Id="R29184ccb089d4e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96d327b3c4ae5" /><Relationship Type="http://schemas.openxmlformats.org/officeDocument/2006/relationships/notesSlide" Target="/ppt/notesSlides/notesSlide7.xml" Id="R928f3d6cb9204e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58f7cb39144d1" /><Relationship Type="http://schemas.openxmlformats.org/officeDocument/2006/relationships/notesSlide" Target="/ppt/notesSlides/notesSlide8.xml" Id="Rd48c8460dfca4b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23127599e4fa3" /><Relationship Type="http://schemas.openxmlformats.org/officeDocument/2006/relationships/notesSlide" Target="/ppt/notesSlides/notesSlide9.xml" Id="Ra450edc7ad484a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0b2d2e6d94e0b" /><Relationship Type="http://schemas.openxmlformats.org/officeDocument/2006/relationships/notesSlide" Target="/ppt/notesSlides/notesSlide10.xml" Id="R15305bc21c8a4d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933ca06424749" /><Relationship Type="http://schemas.openxmlformats.org/officeDocument/2006/relationships/notesSlide" Target="/ppt/notesSlides/notesSlide11.xml" Id="Rc438ae676f6d4f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b58aa6444727" /><Relationship Type="http://schemas.openxmlformats.org/officeDocument/2006/relationships/notesSlide" Target="/ppt/notesSlides/notesSlide12.xml" Id="R7b24ad38b5c04f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b99a76a8c4140" /><Relationship Type="http://schemas.openxmlformats.org/officeDocument/2006/relationships/notesSlide" Target="/ppt/notesSlides/notesSlide13.xml" Id="R0d1185e7837e4fc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4a458081f46e6" /><Relationship Type="http://schemas.openxmlformats.org/officeDocument/2006/relationships/notesSlide" Target="/ppt/notesSlides/notesSlide14.xml" Id="R83180317415440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09be91067409e" /><Relationship Type="http://schemas.openxmlformats.org/officeDocument/2006/relationships/notesSlide" Target="/ppt/notesSlides/notesSlide15.xml" Id="Rb904e840a72e4b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6f71ae5554894" /><Relationship Type="http://schemas.openxmlformats.org/officeDocument/2006/relationships/notesSlide" Target="/ppt/notesSlides/notesSlide16.xml" Id="Rb4b8c937a779492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2f3feb9bd484f" /><Relationship Type="http://schemas.openxmlformats.org/officeDocument/2006/relationships/notesSlide" Target="/ppt/notesSlides/notesSlide17.xml" Id="R1f34e2171a1c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4960120-49BA-4F55-87E3-A0EDE065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JANMAT  /  THE PEOPLE’S VOTE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3042A74-938B-4694-96FF-0FA9F6DF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7239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tiny election,</a:t>
            </a:r>
          </a:p>
          <a:p xmlns:a="http://schemas.openxmlformats.org/drawingml/2006/main">
            <a:pPr algn="l">
              <a:defRPr sz="54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step by step.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C683F79-A131-41BB-8E69-B1D550E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PROJECT FIELD GUIDE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F2A5931-7551-46F7-A24E-A1E6290A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Browser ballot  +  Java rules engine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2285A57-2C08-4044-B49A-9CF44BC2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58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A creative tour of the platform, how a vote moves, and what the demo can promise.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4FD138A-02AC-46D5-8D16-828C5B4D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33525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90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990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12B73DD-409C-431B-8219-0A67F818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528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B8BD371-E7F5-4C02-AB89-1649B47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436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16691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4AD33E9-501E-4960-B182-0EB78FDF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HOW TO READ THIS GUIDE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CC0896-5E9C-4DEB-9F86-68933882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Four chapters, one ballot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A4DE34-D0AD-4382-849E-F68E2CB2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DE9D9C9-553B-487E-9859-7C0C2F9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809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idea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5CCB8D9-0C3F-473F-B61E-CC4D9CAB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 local election experience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23A31E-C314-4952-AF12-E802FBA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5D10C8-B95D-43E7-A7A0-9E4ADCA7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81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browser demo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500AF3A-3870-4CAD-A614-1FA047A6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813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Interface, stored data, organiser controls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3280BAB-A2C2-4EC9-89C5-A16E42DF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A670A84-58B3-4140-A794-EADB1A2B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console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733074C-F7B5-4376-9074-290253BB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Domain model, validation, reporting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11AD912-EA8B-480D-9EE2-56045DA9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95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E484DF9-B1F0-42E5-93FD-E9B40ECE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244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honest scope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0BD100C-85BC-46E1-9F87-03DE6CAA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244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Demo walkthrough and production gaps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10CA0B-024A-463C-B734-B522F651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205A81-0CE4-4903-BC22-ABA47003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1025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F7E338D-E57E-4041-90D0-A115A9B9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/  THE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A99A060-7F33-45E6-8BB4-9CE0FF0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local election made easy to follow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7AAAD38-796E-411B-9EDD-C1023114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954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The product question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7EE72F-62BF-494C-88D9-0D1C7CD9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552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 someone understand the ballot, submit one vote, and see the count?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3E37AE-7C4A-4B0E-AD04-9820595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The experience answers with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FEC7DA1-31BA-4B0B-8FF1-DA1AE655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43243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cards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registered voter ID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 single selection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An updated tally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06DDD10-A73B-496D-95DE-88635827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149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Built as a learning and presentation project with a browser demo and a Java console edition.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8577728-E079-4331-AF4A-F00B517A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0C65108-5280-4277-BDBD-3111E50DA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28721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3196362-E078-40CE-9E05-2856C4C5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/  THE IDEA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D3C8E03-7186-4470-B951-445EE96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Two editions share the same voting idea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72728EB-2360-4BFF-BB04-9D7239AB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01  BROWSER EDITION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C67F3E2-F16E-48A8-87B8-950FBD7F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Janmat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8ABA3F-39E4-430E-93B0-F0B39901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HTML, CSS and JavaScript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Opens locally in a modern browser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Saves setup and votes in local storage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Shows receipts and a live tally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0941748-BF19-41BC-A3EA-BEC0DC20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  JAVA EDITION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E19952-ABAA-48E8-BB32-AA9EA684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Election console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B2552F4-82B5-4A9C-82F4-CAA2923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command line application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Registers voters and candidates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Applies a timed voting window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Exports a text results report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B826EB-EE68-4152-8FDD-6AC29935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Same concepts, different interfaces.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CCAEBF5E-9AC4-4B99-B5E9-15E11063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6ACC03D-2D02-4917-8C72-8D41FB3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2844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E40784F-2FF0-4C5D-9155-FFC0D36E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5E9FDB3-4FC0-41D5-AC1F-A649AB50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page, four parts of the journey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2415BFD-D215-4199-AD3A-B96793EF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7008789-D766-4D14-9126-BD4C2BB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2AE8819-E4B3-4F30-B7BD-2AAD027C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Cards show name,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party and description.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B2D73A0-457F-4105-9506-0EDD6CA6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29C37A4-563D-4224-895B-E9F7F6CB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Ballot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9D945B8-5A7D-45E5-94BB-983C6A8E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Voter enters an ID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and selects one name.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08917A-BB52-4D44-881E-43F808A4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03D3630-A0A4-423A-BF1A-27E9C58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Tally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5183036-AA6C-4DC9-A452-2715F48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Counts and leaders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refresh after a vote.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A6C29E9-45C6-4D16-AC02-B659AB41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09775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6B5E522-6905-44DB-8ADE-6EB8D4CB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Organiser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A1E4BFD-5325-4FDB-A8B0-BA245102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1947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Edit the sample</a:t>
            </a:r>
          </a:p>
          <a:p xmlns:a="http://schemas.openxmlformats.org/drawingml/2006/main">
            <a:pPr algn="l">
              <a:defRPr sz="1425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setup on this device.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141062D-1017-4A84-94F9-7696B1FF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Page landmarks: #candidateGrid  /  #voteForm  /  #resultsList  /  #setupForm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6BF28DF-E2F0-4B13-8ABE-4ACB6E4B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C3E28AE-8D05-4B68-984D-AB2A0B72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393886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4422A53-048F-4221-B30B-FFFAF57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8A1B723-3F72-4195-A8E3-1B333DFE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What happens after “Submit my vote”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046FBD-BAE7-41D3-B6B5-3CABE481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846FCF1-2159-40FB-82DA-53560437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6573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Read the form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BDB8E71-23C4-4079-8631-AB07A28A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57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Trim voter ID; read the selected candidate.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1C0D3D8-1636-4D47-8748-A5CC69BA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D449C18-8497-4986-B981-A297AE2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2412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Check eligibility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8E81DC-448C-4B36-AB9F-532250FF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Compare against the registered voter list.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CDD8CD5-3C30-4CC3-AAD1-438F5E0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4F2A78-6B7E-4EEB-8973-B7159DB8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3909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Check repeat use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B594A2-6855-4044-A46B-C573BB22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909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Search stored votes for this voter ID.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229355-F951-41A4-8E70-A78652D2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D1F6B98-8B3F-46B8-843C-17FE117E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257675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 receipt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667AB4-789C-487B-A556-CF3BD1F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57675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Save voter, candidate, receipt code and time.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D9DEDBF-479A-44F2-BDDA-241C7A01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78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C56FFDD-95BD-4FA3-871E-ADD5BEF9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1244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Refresh the page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CED2EA9-A0B5-44DF-B2D5-C224B0F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1244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Re-render candidate counts and leader text.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8B66D87-712A-4893-813C-2C30EF1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D5C62A-369A-4DC5-A529-EE90E944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7304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083245-BFC1-4A50-BCD5-B1A1752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48C9ED1-8F6F-4329-8005-93F80724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browser keeps a compact election record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9020B9E-732C-42CC-BE0C-E9F6573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STORAGE KEY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76AE718-25FB-4B73-9DB9-1E2C3AB5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janmat-election-v1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A34BF8-7143-4BF3-9056-CB505D7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ELECTION OBJECT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527DAB3-53D6-4694-8C91-E07EC467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57575"/>
            <a:ext cx="576262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candidates  →  id, name, party, description, symbol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voters  →  registered voter IDs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votes  →  voterId, candidateId, receiptCode, time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014537D-95B7-4950-9E9A-AE4DF99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SAMPLE VOTER IDS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788A6AA-10FA-434E-9637-EB629030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19325"/>
            <a:ext cx="3905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VOTER-001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VOTER-002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VOTER-003</a:t>
            </a:r>
          </a:p>
          <a:p xmlns:a="http://schemas.openxmlformats.org/drawingml/2006/main">
            <a:pPr algn="l">
              <a:defRPr sz="18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… through VOTER-006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B768859-D987-4FB7-946A-49DB788F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4827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 receipt code confirms the browser recorded the ballot. It does not prove a secure identity check.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0946CE6-0F0A-455D-BC71-6369D44A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6832E16-FA65-4420-AAA7-DAE98A9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08775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E6C23D-3AAC-4237-B436-FB5A12AC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  /  BROWSER EDITION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91275C5-E058-44FE-9075-5484B772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organiser can reshape the sample election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66BE8AE-09F2-452A-8ADB-30002A21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CANDIDATE EDITOR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6CA137-F123-4025-B957-11B9469E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candidate per line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956681-2098-4461-A749-941D2077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667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Format: ID, Name, Party, short description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IDs must be unique, ignoring letter case.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Blank ID, name or party is rejected.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C770DA-8E15-4DA0-A8F3-9A5DF6BD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VOTER EDITOR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F1FD2EA-2501-4307-94F9-3B60B904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288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voter ID per line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92B9743-E784-46A1-9E86-8CA73CC6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Blank lines are dropped.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Repeated exact IDs are reduced to one.</a:t>
            </a:r>
          </a:p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Saving setup keeps votes that still match an active voter and candidate.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1135231-3FD6-424D-B3B3-FCD6ECA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Restore sample election clears saved votes and reloads the six example IDs.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3F2FCD5-6511-43E9-A343-58C2D476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CABFD0C-8F8F-4767-A0B8-DF33FC95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062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9B61156-059F-4799-857A-11A2089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039CF53-1D99-4E81-A577-48BE8D81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domain model separates the jobs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AFB6B0-2922-49EB-BC5F-066AF81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18D3B99-81B7-492F-BFA0-5D56A5FF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57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EA5AA3F-A048-412F-945A-70B59393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ID, name, hasVoted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9894E7D-C0F4-4859-B952-08D467EE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A4B5C6A-6DDD-41B5-B1D9-16B482FF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66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D9288E4-6081-4095-889B-0CDB396C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ID, name, party, vote count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5C4F0A5-2007-405A-B38E-6CA0261A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FB86427-9094-497E-9B4B-53C96BED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8765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ACDEBB8-7977-42DD-86D2-55525576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Accepted ballot and timestamp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57462F7-6B69-4929-8668-B1A09780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0B8EA9-8341-4E70-A489-38C7F37A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4861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VoteReceipt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C0BF743-A826-4F85-9F90-51D27A9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Status, time and message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E190E22-256B-4431-8D71-142F02F0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C595D08-A41B-4C73-9C0D-277E992F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095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ElectionResult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E4FBC68-E749-481D-B24E-22332710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Ranked candidates, leaders and total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EDAEED-5CA1-4FD8-BB76-CB670B03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B8B2C57-6CF9-4AC0-808F-7D82B524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7053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VotingManager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AB87DFE-E024-48CF-9BA5-14ABFEA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053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Registration, rules, storage and results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41273F3-6D77-4F80-8953-E048564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4BB4DCD-F39F-42E5-8E4C-E4B2274D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3149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ResultsExporter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18CFFBC3-F560-4716-883D-747000B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Plain text final report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EC90674-D5E5-4EBC-9EA8-EC467F49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B5ED274-89F0-40C6-839B-64DCE48E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58122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BB92A3F-83BE-484B-88D5-E919172F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39A26BA-3557-4E80-A74C-22280F38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Java engine checks a ballot in order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AC56188-D8D6-4FC9-86CF-7E523EEF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70497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8EAEBAF-CC31-4B74-B7E0-53484F0D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TIME WINDOW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9F04D52-0E18-4498-92F7-E8222C9D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0497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before opening or after closing.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EB0EC2F-59DD-4BC8-A1CC-864F99B0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7175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CBBD679-222E-48AA-B2BB-ABAE684B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717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5E6AF3-25ED-48F2-9528-BDD5F581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71750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an unknown ID.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503F88F-DD89-4981-B9AE-CD8394D0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3852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4BCA71-876A-487F-B326-B1C9224E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3852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ONE VOTE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67EB280-23BE-4DB0-A2C4-BBDA5F05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3852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 voter who already succeeded.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36E425E-49F7-4878-8AA0-A0FEF317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05300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02D8ED2-6A9F-4FE3-9571-838A4A2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053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2107D70-D28F-476D-981E-EC0DD5C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05300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Reject an unknown candidate ID.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F7DDC1E-FFDC-4F91-B28D-BC38C05B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172075"/>
            <a:ext cx="714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AB9D3AF-0C8D-4373-9038-441B0649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72075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2260D73-5EAB-43ED-8336-7F4880B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72075"/>
            <a:ext cx="681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Store Vote, increment tally, mark voter used.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4D20A23-0EE9-4444-8F8E-2909EDF3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castVote() is synchronized to prevent concurrent repeat votes for one ID.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14C7474-301A-4D2E-BDA1-70A4920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BE5CDD26-55F1-47F7-8D63-9C574C0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393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5DFFABF-AAFD-4C4A-A5D9-049F72D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65E0010-4499-4325-BD04-CC4E0D2B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Every rejected vote has a named reason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213C3D-D3B4-4297-8026-F0D5ED6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5775CA5-2D4A-49E8-8E4F-76FFE0FA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335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Ballot recorded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4C39DA0-8F5F-4B1A-915E-603EE6EE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WINDOW_CLOSED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03AEF8D-884C-425E-A0E3-AFA2153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Voting is outside the configured period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42B8644-3438-4AA2-9247-B820B8D3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UNKNOWN_VOTER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EF4EC9-1DB8-40C3-8BCB-1844881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ID is not registered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43ADBFE-1131-4444-9ECF-20858EB8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52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ALREADY_VOTED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2646091-61E0-4EC4-8DA1-0B84C860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That voter ID already has a ballot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F4D595B-F2C1-44FA-BBCC-2CB0655C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UNKNOWN_CANDIDATE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ECC8849-6B35-4605-A7CA-E42E08D2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95850"/>
            <a:ext cx="657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Candidate ID is not in the election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97B99A-AFE6-4781-BEA4-009F308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A status message tells the operator why a ballot did not count.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A83B718-A429-4E19-AFA4-68395457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44A5B4F-BDFB-4CC5-B924-472B2B8C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4108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87D26CA-54F2-4BE7-BBE2-8E5CA9A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JAVA CONSOLE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8E42BCD-E356-4B8E-B50D-93B4D2E0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 result snapshot ends with a readable report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8472C5D-9649-4D22-96CA-4236FC60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ON SCREEN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98222A2-3FA3-42F4-BE7C-627003A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71725"/>
            <a:ext cx="433387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Candidate ranking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Vote counts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Total ballots</a:t>
            </a:r>
          </a:p>
          <a:p xmlns:a="http://schemas.openxmlformats.org/drawingml/2006/main">
            <a:pPr algn="l">
              <a:defRPr sz="1875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Winner, tie or no votes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A86A08-D298-4F22-B713-8FFBF0BC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145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EXPORTED FILE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509495-F738-48C5-98B4-B5FE3C33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voting-results.txt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C28EF6-7D05-4A31-BA08-F27E5971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report includes a generated time and columns for ID, candidate, political party and votes.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9ACAF44-8EF6-4D04-B83C-60E5B0E8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Results sort by vote count, then candidate name.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DAEFE1-4FDA-4ED3-906E-727E6D44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A2A5C53-3AE0-4FE9-B5CC-2F7015EA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2959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986CCAF-DD5C-4EF5-B548-5266A68A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03  /  IMPLEMENTATION NOTES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BE85183-7117-4D43-94C6-F8B705C3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Useful details tucked into the code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73D1B14-4F22-43C7-9ADB-407F7827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HTML safety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96E6B570-C5A1-4BCB-8708-44731F7D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escapeHtml() encodes candidate text before dynamic markup.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11F4F0A-0CE5-4937-8581-6517B1CD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811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Controlled time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038D45-1200-498B-BF6D-87671D1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receives a Clock, making time checks configurable.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2011B9-225C-4BF0-B7E3-7FAB20BF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Repeat vote guard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E18B9EE-E456-41BD-81D7-C39AB7D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castVote() synchronizes check and record.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BC5DAF8-FCF3-4613-8D7D-34E84F3F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Stable setup order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47F9D2C-197D-4187-9C87-45FCF75D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LinkedHashMap preserves registration order.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D5CCE3A-F99A-431D-A540-28C87E0D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Deterministic ranking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7A1E28C-4C65-4836-BD40-CEE1067C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Results sort by count, then candidate name.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9349A9-945B-479A-BF67-18C21D77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9102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Clear export encoding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ED29F11-5C36-47C6-9010-87C47952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Text reports use UTF-8.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BF04470-0B3D-4ECD-A94F-2DA1CF5F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B10FA8B-FAA1-4AE5-8490-6DEFD2A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810134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C32B97-6244-48A2-B412-9AC3017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  /  HONEST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09FC01B-19CE-432C-905F-8ECD5BB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Demo flow and election security have different scopes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5495020-3FB4-48AE-8A64-6F1844CA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GOOD FIT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B8AC322-347E-4A6C-A08B-52E9FFE6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Classroom walkthrough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Interface prototype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Java rules demonstration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Local experiment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EA38DDB-E56B-407E-97B8-34F33D9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383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MISSING FOR REAL ELECTIONS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E48B797-2C0E-4C57-B33F-D79E6AF1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Trusted identity verification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Server-side authorization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Shared durable storage</a:t>
            </a:r>
          </a:p>
          <a:p xmlns:a="http://schemas.openxmlformats.org/drawingml/2006/main">
            <a:pPr algn="l">
              <a:defRPr sz="1800" b="0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332E"/>
                </a:solidFill>
                <a:latin typeface="Aptos"/>
                <a:ea typeface="Aptos"/>
                <a:cs typeface="Aptos"/>
              </a:rPr>
              <a:t>Tamper-evident audit and operations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4A3AEE1-6BD7-47FB-B47F-3542DD18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The website stores data in localStorage. Anyone with access to that browser can change its local setup or votes.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ECEA1AC-D54C-4208-91D6-97870763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CC0775-0E83-4D63-B710-7FE6B248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00399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3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F3DE70B-B0C9-4875-A4F9-4BAD1D59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04  /  DEMO TIME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371F444-A26C-4D53-ADDC-A41D0686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A quick tour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1D1023-887A-4899-B9C2-2D8BE378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BCB5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BCB59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3C5AF223-FCD3-42F7-B94A-B445519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76475"/>
            <a:ext cx="485775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index.html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Cast a ballot with VOTER-001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Show receipt and live tally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Open Election organiser and restore sample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B6AAF1E-5B12-4C25-93C3-DEDF680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28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JAVA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1CA35AD-91AC-488F-B8E1-D32CF2C9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76475"/>
            <a:ext cx="4953000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PowerShell: javac *.java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Then: java Main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Register candidates and voters</a:t>
            </a:r>
          </a:p>
          <a:p xmlns:a="http://schemas.openxmlformats.org/drawingml/2006/main">
            <a:pPr algn="l">
              <a:defRPr sz="1650" b="0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DF7"/>
                </a:solidFill>
                <a:latin typeface="Aptos"/>
                <a:ea typeface="Aptos"/>
                <a:cs typeface="Aptos"/>
              </a:rPr>
              <a:t>Cast a vote, type exit, open voting-results.txt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3B604CB-D564-4226-B81D-D64BAC4B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7DA"/>
                </a:solidFill>
                <a:latin typeface="Aptos"/>
                <a:ea typeface="Aptos"/>
                <a:cs typeface="Aptos"/>
              </a:rPr>
              <a:t>The sample voter list and candidate set are only stored in the browser edition.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1728368-B2E2-4D86-BBD8-A272886B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27AE90-D847-4AD4-BBC0-12A8EFDF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CE7D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CE7D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842005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DCE7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3A8825D-C9AC-4F96-AABB-33619FC1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  /  IF THE PROJECT GROWS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F0AA29-ADF6-4DFD-A62E-5EFB0506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The next chapter is infrastructure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EE1C1E2-303F-4D1F-BE31-F7FD9FB0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362D9DF-5D98-4B71-A1B0-846B2900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8097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Choose a trusted deployment model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F3FCD72-0E65-4CBE-ADCB-68C057D1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FA3B82E-795E-4C04-B562-1F62DA80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4317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Add server-side identity and authorization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745456B-49F0-4F2F-8107-9CD203F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84E00A5-4E67-478F-B19B-D4B1B788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Move ballots to durable, access-controlled storage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A5EE2B-85F6-41B7-8216-B8A6131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6B5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6B5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6B1353D-FD17-43B2-BCCC-EA4F967A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Record auditable events and define recovery procedures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A9A790E-578D-4BDA-B011-370C985C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72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06442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0644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0C1F0BB-EB5A-470B-BAF6-CDEDEC68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43450"/>
            <a:ext cx="904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Test concurrency, failure handling and accessibility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0F34421-C4D9-46A8-9883-6832C2A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C62"/>
                </a:solidFill>
                <a:latin typeface="Aptos"/>
                <a:ea typeface="Aptos"/>
                <a:cs typeface="Aptos"/>
              </a:rPr>
              <a:t>These are future requirements, not features in the current project.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1105A6E-6313-4ADC-BA14-BD1486C2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JANMAT   /   FIELD GUIDE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FB1FFB4-AF2F-486E-AC60-92FBCFCC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6C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6C6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54425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064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1285C89-0327-425B-9CE8-0D3F8D5D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JANMAT  /  THE PEOPLE’S VOTE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23C3014-7C4B-4FBC-89FA-5F7BDE0D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88582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clear ballot.</a:t>
            </a:r>
          </a:p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One small demo.</a:t>
            </a:r>
          </a:p>
          <a:p xmlns:a="http://schemas.openxmlformats.org/drawingml/2006/main">
            <a:pPr algn="l">
              <a:defRPr sz="4650" b="1">
                <a:solidFill>
                  <a:srgbClr val="FFFDF7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DF7"/>
                </a:solidFill>
                <a:latin typeface="Aptos"/>
                <a:ea typeface="Aptos"/>
                <a:cs typeface="Aptos"/>
              </a:rPr>
              <a:t>Lots to build.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4E56620-7300-4067-8898-2ECDC59C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69DBB17-FCE4-4604-B201-A957A5DE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2A4D1C5-210E-4642-A97E-425EF3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00775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733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32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3180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2026-10-03T16:19:32.7900000Z</dcterms:created>
  <dcterms:modified xsi:type="dcterms:W3CDTF">2026-10-03T16:19:32.7900000Z</dcterms:modified>
</coreProperties>
</file>