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f216b012d4372" /><Relationship Type="http://schemas.openxmlformats.org/officeDocument/2006/relationships/extended-properties" Target="/docProps/app.xml" Id="R3b12949b667140af" /><Relationship Type="http://schemas.openxmlformats.org/officeDocument/2006/relationships/officeDocument" Target="/ppt/presentation.xml" Id="Rbd691701409648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461c44dd774abd"/>
  </p:sldMasterIdLst>
  <p:notesMasterIdLst>
    <p:notesMasterId xmlns:r="http://schemas.openxmlformats.org/officeDocument/2006/relationships" r:id="R4c510116257242fe"/>
  </p:notesMasterIdLst>
  <p:sldIdLst>
    <p:sldId xmlns:r="http://schemas.openxmlformats.org/officeDocument/2006/relationships" id="256" r:id="R61311c9c274d4076"/>
    <p:sldId xmlns:r="http://schemas.openxmlformats.org/officeDocument/2006/relationships" id="257" r:id="R34229e2348f14d8f"/>
    <p:sldId xmlns:r="http://schemas.openxmlformats.org/officeDocument/2006/relationships" id="258" r:id="R1433d0d7670840f8"/>
    <p:sldId xmlns:r="http://schemas.openxmlformats.org/officeDocument/2006/relationships" id="259" r:id="R3fb7b814a27e4629"/>
    <p:sldId xmlns:r="http://schemas.openxmlformats.org/officeDocument/2006/relationships" id="260" r:id="R420a690a2df8433d"/>
    <p:sldId xmlns:r="http://schemas.openxmlformats.org/officeDocument/2006/relationships" id="261" r:id="R2b147492d9df451e"/>
    <p:sldId xmlns:r="http://schemas.openxmlformats.org/officeDocument/2006/relationships" id="262" r:id="R3bd84f280c504bea"/>
    <p:sldId xmlns:r="http://schemas.openxmlformats.org/officeDocument/2006/relationships" id="263" r:id="R28ce063f396a4412"/>
    <p:sldId xmlns:r="http://schemas.openxmlformats.org/officeDocument/2006/relationships" id="264" r:id="R653999097b694fdc"/>
    <p:sldId xmlns:r="http://schemas.openxmlformats.org/officeDocument/2006/relationships" id="265" r:id="Rae6971c7e2224a33"/>
    <p:sldId xmlns:r="http://schemas.openxmlformats.org/officeDocument/2006/relationships" id="266" r:id="Rd6a3fa63e8a240e8"/>
    <p:sldId xmlns:r="http://schemas.openxmlformats.org/officeDocument/2006/relationships" id="267" r:id="R83ec2d2c38824521"/>
    <p:sldId xmlns:r="http://schemas.openxmlformats.org/officeDocument/2006/relationships" id="268" r:id="Ra37310a5e3724d6d"/>
    <p:sldId xmlns:r="http://schemas.openxmlformats.org/officeDocument/2006/relationships" id="269" r:id="Rae98e5d73ef54e99"/>
    <p:sldId xmlns:r="http://schemas.openxmlformats.org/officeDocument/2006/relationships" id="270" r:id="Rba3da055d3cc40e6"/>
    <p:sldId xmlns:r="http://schemas.openxmlformats.org/officeDocument/2006/relationships" id="271" r:id="R7cced9ae161c4325"/>
    <p:sldId xmlns:r="http://schemas.openxmlformats.org/officeDocument/2006/relationships" id="272" r:id="R9618a893c4b149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729db2ee3f454f" /><Relationship Type="http://schemas.openxmlformats.org/officeDocument/2006/relationships/slideMaster" Target="/ppt/slideMasters/slideMaster1.xml" Id="R19461c44dd774abd" /><Relationship Type="http://schemas.openxmlformats.org/officeDocument/2006/relationships/notesMaster" Target="/ppt/notesMasters/notesMaster1.xml" Id="R4c510116257242fe" /><Relationship Type="http://schemas.openxmlformats.org/officeDocument/2006/relationships/presProps" Target="/ppt/presProps.xml" Id="R45f4dee57cf743c0" /><Relationship Type="http://schemas.openxmlformats.org/officeDocument/2006/relationships/tableStyles" Target="/ppt/tableStyles.xml" Id="R69fb999a943c41ba" /><Relationship Type="http://schemas.openxmlformats.org/officeDocument/2006/relationships/slide" Target="/ppt/slides/slide1.xml" Id="R61311c9c274d4076" /><Relationship Type="http://schemas.openxmlformats.org/officeDocument/2006/relationships/slide" Target="/ppt/slides/slide2.xml" Id="R34229e2348f14d8f" /><Relationship Type="http://schemas.openxmlformats.org/officeDocument/2006/relationships/slide" Target="/ppt/slides/slide3.xml" Id="R1433d0d7670840f8" /><Relationship Type="http://schemas.openxmlformats.org/officeDocument/2006/relationships/slide" Target="/ppt/slides/slide4.xml" Id="R3fb7b814a27e4629" /><Relationship Type="http://schemas.openxmlformats.org/officeDocument/2006/relationships/slide" Target="/ppt/slides/slide5.xml" Id="R420a690a2df8433d" /><Relationship Type="http://schemas.openxmlformats.org/officeDocument/2006/relationships/slide" Target="/ppt/slides/slide6.xml" Id="R2b147492d9df451e" /><Relationship Type="http://schemas.openxmlformats.org/officeDocument/2006/relationships/slide" Target="/ppt/slides/slide7.xml" Id="R3bd84f280c504bea" /><Relationship Type="http://schemas.openxmlformats.org/officeDocument/2006/relationships/slide" Target="/ppt/slides/slide8.xml" Id="R28ce063f396a4412" /><Relationship Type="http://schemas.openxmlformats.org/officeDocument/2006/relationships/slide" Target="/ppt/slides/slide9.xml" Id="R653999097b694fdc" /><Relationship Type="http://schemas.openxmlformats.org/officeDocument/2006/relationships/slide" Target="/ppt/slides/slide10.xml" Id="Rae6971c7e2224a33" /><Relationship Type="http://schemas.openxmlformats.org/officeDocument/2006/relationships/slide" Target="/ppt/slides/slide11.xml" Id="Rd6a3fa63e8a240e8" /><Relationship Type="http://schemas.openxmlformats.org/officeDocument/2006/relationships/slide" Target="/ppt/slides/slide12.xml" Id="R83ec2d2c38824521" /><Relationship Type="http://schemas.openxmlformats.org/officeDocument/2006/relationships/slide" Target="/ppt/slides/slide13.xml" Id="Ra37310a5e3724d6d" /><Relationship Type="http://schemas.openxmlformats.org/officeDocument/2006/relationships/slide" Target="/ppt/slides/slide14.xml" Id="Rae98e5d73ef54e99" /><Relationship Type="http://schemas.openxmlformats.org/officeDocument/2006/relationships/slide" Target="/ppt/slides/slide15.xml" Id="Rba3da055d3cc40e6" /><Relationship Type="http://schemas.openxmlformats.org/officeDocument/2006/relationships/slide" Target="/ppt/slides/slide16.xml" Id="R7cced9ae161c4325" /><Relationship Type="http://schemas.openxmlformats.org/officeDocument/2006/relationships/slide" Target="/ppt/slides/slide17.xml" Id="R9618a893c4b1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0abc0353f8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85255dc7b4a1d" /><Relationship Type="http://schemas.openxmlformats.org/officeDocument/2006/relationships/notesMaster" Target="/ppt/notesMasters/notesMaster1.xml" Id="Rf01e904c0afc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57b380c9794d98" /><Relationship Type="http://schemas.openxmlformats.org/officeDocument/2006/relationships/notesMaster" Target="/ppt/notesMasters/notesMaster1.xml" Id="Rc3132d665b7b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8a9dea5ec24597" /><Relationship Type="http://schemas.openxmlformats.org/officeDocument/2006/relationships/notesMaster" Target="/ppt/notesMasters/notesMaster1.xml" Id="R8cc81c6091fb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4c0986edf64c41" /><Relationship Type="http://schemas.openxmlformats.org/officeDocument/2006/relationships/notesMaster" Target="/ppt/notesMasters/notesMaster1.xml" Id="R59a791ba4ee64e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474a5cd33494b" /><Relationship Type="http://schemas.openxmlformats.org/officeDocument/2006/relationships/notesMaster" Target="/ppt/notesMasters/notesMaster1.xml" Id="R87df50985474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4a660080694950" /><Relationship Type="http://schemas.openxmlformats.org/officeDocument/2006/relationships/notesMaster" Target="/ppt/notesMasters/notesMaster1.xml" Id="Rd7062977f44946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4ca5057410401d" /><Relationship Type="http://schemas.openxmlformats.org/officeDocument/2006/relationships/notesMaster" Target="/ppt/notesMasters/notesMaster1.xml" Id="R0f55a6c7622f4c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5f3c2a5714581" /><Relationship Type="http://schemas.openxmlformats.org/officeDocument/2006/relationships/notesMaster" Target="/ppt/notesMasters/notesMaster1.xml" Id="Rb62d0e0f59754e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6ef66a2a35468f" /><Relationship Type="http://schemas.openxmlformats.org/officeDocument/2006/relationships/notesMaster" Target="/ppt/notesMasters/notesMaster1.xml" Id="R4fbb580900d247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3301f032b44489" /><Relationship Type="http://schemas.openxmlformats.org/officeDocument/2006/relationships/notesMaster" Target="/ppt/notesMasters/notesMaster1.xml" Id="Rc679e8acbccc40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7cc4010cb54bbc" /><Relationship Type="http://schemas.openxmlformats.org/officeDocument/2006/relationships/notesMaster" Target="/ppt/notesMasters/notesMaster1.xml" Id="R9f1ce56eb9e542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3c5ef72c5b4757" /><Relationship Type="http://schemas.openxmlformats.org/officeDocument/2006/relationships/notesMaster" Target="/ppt/notesMasters/notesMaster1.xml" Id="Rba8bed571bb541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a633ff276f4353" /><Relationship Type="http://schemas.openxmlformats.org/officeDocument/2006/relationships/notesMaster" Target="/ppt/notesMasters/notesMaster1.xml" Id="R4fc6217729054d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10a8f3e0fb438c" /><Relationship Type="http://schemas.openxmlformats.org/officeDocument/2006/relationships/notesMaster" Target="/ppt/notesMasters/notesMaster1.xml" Id="Rf767598fc28245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57c186679a4b3c" /><Relationship Type="http://schemas.openxmlformats.org/officeDocument/2006/relationships/notesMaster" Target="/ppt/notesMasters/notesMaster1.xml" Id="R1e920b48543b43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2bc10bf6424afe" /><Relationship Type="http://schemas.openxmlformats.org/officeDocument/2006/relationships/notesMaster" Target="/ppt/notesMasters/notesMaster1.xml" Id="R676c4cdb945046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04e4990b5f4cc3" /><Relationship Type="http://schemas.openxmlformats.org/officeDocument/2006/relationships/notesMaster" Target="/ppt/notesMasters/notesMaster1.xml" Id="Rf473163b29bb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the repository’s browser demo and Java console implementation. The project documentation describes the browser experience as a demonstration, not secure election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presentation moves from product intent to implementation, then closes with a demo script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framing reflects the described website flow and Java project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files are index.html, styles.css and app.js. The Java app runs from Main and exports through ResultsExporter.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DOM targets and functions present in index.html and 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order and effects match the voteForm submit handler in app.js. Vote records are saved to local storage before the page re-renders.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storage key and data fields are read from app.js. WEBSITE.md lists sample voter IDs VOTER-001 through VOTER-006.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Behaviour described from app.js setupForm validation, vote filtering and resetDemo handler.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Responsibilities are summarized from the source classes and DESIGN_DOCUMENT.md.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status ordering and castVote logic follow VotingManager.java. The manager checks the time window first, then voter, repeat use, candidate and finally records the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VoteStatus enum values and VoteReceipt messages are defined in VoteStatus.java and VotingManager.java.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prints a summary and ResultsExporter writes a UTF-8 text report to voting-results.txt in the current working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visible in app.js, VotingManager.java, Main.java and ResultsExporter.java.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WEBSITE.md explicitly says local storage is not a secure election database and does not sync between devices. The missing capabilities listed here are recommendations inferred from that limitation and the repository contents.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instructions follow USER_MANUAL.md and WEBSITE.md. The Java manual requires JDK 11 or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is a set of recommendations based on the project’s documented demonstration scope, not a description of implemented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0271fa3364e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d89710f514bea" /><Relationship Type="http://schemas.openxmlformats.org/officeDocument/2006/relationships/slideLayout" Target="/ppt/slideLayouts/slideLayout1.xml" Id="R954c7551158b45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c7551158b45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ac66ec44247cc" /><Relationship Type="http://schemas.openxmlformats.org/officeDocument/2006/relationships/notesSlide" Target="/ppt/notesSlides/notesSlide1.xml" Id="R4d126c98df5e4f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f36ee52334e56" /><Relationship Type="http://schemas.openxmlformats.org/officeDocument/2006/relationships/notesSlide" Target="/ppt/notesSlides/notesSlide2.xml" Id="R65b08fe9622443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ae3219bf4362" /><Relationship Type="http://schemas.openxmlformats.org/officeDocument/2006/relationships/notesSlide" Target="/ppt/notesSlides/notesSlide3.xml" Id="Rd18bd0a7041b49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0a0bd7769490a" /><Relationship Type="http://schemas.openxmlformats.org/officeDocument/2006/relationships/notesSlide" Target="/ppt/notesSlides/notesSlide4.xml" Id="R217af39c7525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4531491441f3" /><Relationship Type="http://schemas.openxmlformats.org/officeDocument/2006/relationships/notesSlide" Target="/ppt/notesSlides/notesSlide5.xml" Id="R277637a920b446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cd72dfc894781" /><Relationship Type="http://schemas.openxmlformats.org/officeDocument/2006/relationships/notesSlide" Target="/ppt/notesSlides/notesSlide6.xml" Id="R0e2fda613d684f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80a99d76a49cf" /><Relationship Type="http://schemas.openxmlformats.org/officeDocument/2006/relationships/notesSlide" Target="/ppt/notesSlides/notesSlide7.xml" Id="R17c9d5b62b6248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176e5e7743a7" /><Relationship Type="http://schemas.openxmlformats.org/officeDocument/2006/relationships/notesSlide" Target="/ppt/notesSlides/notesSlide8.xml" Id="R82df3d579cef48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92603e24e4820" /><Relationship Type="http://schemas.openxmlformats.org/officeDocument/2006/relationships/notesSlide" Target="/ppt/notesSlides/notesSlide9.xml" Id="R4a16f00cd511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a2e84d72b4ab8" /><Relationship Type="http://schemas.openxmlformats.org/officeDocument/2006/relationships/notesSlide" Target="/ppt/notesSlides/notesSlide10.xml" Id="R6e4670f0cf0e48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3b4ea37d847ba" /><Relationship Type="http://schemas.openxmlformats.org/officeDocument/2006/relationships/notesSlide" Target="/ppt/notesSlides/notesSlide11.xml" Id="R2fa9a38013a648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8d1ec3abc4b6e" /><Relationship Type="http://schemas.openxmlformats.org/officeDocument/2006/relationships/notesSlide" Target="/ppt/notesSlides/notesSlide12.xml" Id="R11c080f7d1a144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e8be93d804ab9" /><Relationship Type="http://schemas.openxmlformats.org/officeDocument/2006/relationships/notesSlide" Target="/ppt/notesSlides/notesSlide13.xml" Id="R00477d00d3f74e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eb452f9b44a94" /><Relationship Type="http://schemas.openxmlformats.org/officeDocument/2006/relationships/notesSlide" Target="/ppt/notesSlides/notesSlide14.xml" Id="R49ac1a69dc4148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388da3cde4ff2" /><Relationship Type="http://schemas.openxmlformats.org/officeDocument/2006/relationships/notesSlide" Target="/ppt/notesSlides/notesSlide15.xml" Id="Rd387c47752c649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74b9fba274578" /><Relationship Type="http://schemas.openxmlformats.org/officeDocument/2006/relationships/notesSlide" Target="/ppt/notesSlides/notesSlide16.xml" Id="R5466d06712864a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78d2b82c0479c" /><Relationship Type="http://schemas.openxmlformats.org/officeDocument/2006/relationships/notesSlide" Target="/ppt/notesSlides/notesSlide17.xml" Id="Rb20fb768969c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7CCD946-47C5-4F13-97CF-05FC3F2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JANMAT  /  THE PEOPLE’S VOTE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007A22-4DDA-416A-86AC-24BE4D57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7239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tiny election,</a:t>
            </a:r>
          </a:p>
          <a:p xmlns:a="http://schemas.openxmlformats.org/drawingml/2006/main">
            <a:pPr algn="l">
              <a:defRPr sz="54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step by step.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1D721C4-C74F-411C-A9B0-7AEA295B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PROJECT FIELD GUIDE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190E20-8414-4897-91D6-C76FCF35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Browser ballot  +  Java rules engine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430391-DE69-480F-ABBD-8E82E665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58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 creative tour of the platform, how a vote moves, and what the demo can promise.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21FC2A-CA3D-4B26-B15D-6B7E1E9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33525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9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99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B885D3-F6D8-4C91-A669-577E2E7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52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56278D-62BE-40E3-89A6-AF5EA4E7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436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87371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3426F9-E173-4B38-8303-DA3CCDB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HOW TO READ THIS GUIDE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104C636-9D50-4C71-BF64-7E3E24E8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Four chapters, one ballot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DBA1E9A-189A-490E-B6F0-6841E0A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A85FD9-1D03-4673-84F2-BE7A6FF8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idea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47D327-7016-4664-84DA-3A2CD0D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 local election experience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983264-AF3D-4DFE-AB08-A91816EB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414ED0-018F-4F58-B456-5C9D8A4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browser demo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DE0FC9-FEF4-490A-A9AD-16407947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Interface, stored data, organiser controls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803DCD-BC73-40B3-8413-E831B7B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669550-1734-4754-A77E-EE4A13CC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console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60D492-4EFA-42BB-87FE-67B830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Domain model, validation, reporting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9F85C5-CA0F-45A0-83AB-811806E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E0CD00-8E72-4F40-AC9F-25C59F2A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244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honest scope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576E45-EDF1-472E-B50C-EB12967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244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Demo walkthrough and production gaps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909F1E-2507-419F-9754-62FCCDA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61AD47-0CA2-46AA-9F24-B6A62F7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11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6C6669-E8A3-4480-8EC9-16EC380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/  THE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C3D442-2EB5-4EC9-B252-6A1E92D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local election made easy to follow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BC8E04-0837-412B-99C9-398235A3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The product question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1AD4A0-0178-4343-AA67-8D7DC8AE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52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 someone understand the ballot, submit one vote, and see the count?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735C7A8-1724-47D9-9AAB-BC2CDA3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The experience answers with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1F5F1E0-775F-4F17-BD87-F604AF3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43243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cards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registered voter ID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single selection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An updated tally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34E99A-4A75-4CCF-A03C-DCAFB75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Built as a learning and presentation project with a browser demo and a Java console edition.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849621-FF23-4E84-915B-F94D064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77235B6-DFBA-4BF5-8C60-D40BF79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8043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9496597-09DF-4CF3-80C7-4998256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/  THE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C2F866-98E3-4593-A87A-28A57C9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Two editions share the same voting idea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D06E19-39DD-4F01-80F4-A2CDF41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BROWSER EDITION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49410BC-4068-45E2-AF4B-32FB5996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53175A-9036-465B-85EA-402D264A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HTML, CSS and JavaScript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Opens locally in a modern browser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Saves setup and votes in local storage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Shows receipts and a live tally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6C86EB-925C-4A40-AEAD-644F681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  JAVA EDITION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B1C97B-3F7D-4A88-A141-FC274E5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Election console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5F79633-7E7C-4FD4-8E63-346F726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command line application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Registers voters and candidates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Applies a timed voting window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Exports a text results report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8ED284-F3C5-48B7-9873-86EAAEC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Same concepts, different interfaces.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B8F5C8-C065-4659-97B0-8F9E9D4D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B1A4C8-31DA-4711-B3B1-844FF4DD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1421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CFC5B5-C13E-43D5-8096-9CEC945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38463A-CC95-4F6B-9925-A6DF053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page, four parts of the journey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28A6343-D3EE-42A4-8365-8C84DE56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AC8912-79C5-4FB3-8EF6-13B0480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D4CAAB-DF36-4C9D-A08D-FD1E14F5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Cards show name,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party and description.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3FAF93-844E-4925-A4DC-DBED9CA1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35C87B3-330D-4BF3-9AE5-B317522A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Ballot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ADF952-1CA3-4B9A-901A-9F1244BD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Voter enters an ID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and selects one name.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E2B9BE-C264-4E6A-B366-D3F5414F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DB3937-DFFE-47E4-945A-71460F4E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Tally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9BC2923-6DD7-45DE-A396-B94552B2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Counts and leaders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refresh after a vote.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C81515-2FDE-4BDB-89D8-D65F9F0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5ED9D7-249B-474B-AA97-6B033BFE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Organiser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A0A12A6-27F0-4685-8FD2-C50194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Edit the sample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setup on this device.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0D4118-CB13-4EA6-95DC-0C9EB84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Page landmarks: #candidateGrid  /  #voteForm  /  #resultsList  /  #setupForm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AABA9C-1CE6-424C-9EE7-4158BDD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9C91DD9-B2D8-495C-8DB0-40DE19E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1875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D695D1-46BD-4A44-970A-670DA09F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7F50C8E-83A9-4EA3-8FF6-9B6009AF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What happens after “Submit my vote”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F9396EC-CB2E-4052-9D6E-D594C1DF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FF9716-3487-4B28-A155-966DAAED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57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Read the form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0ACF91-366A-49C8-8F44-9FBD7A5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Trim voter ID; read the selected candidate.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B6EFBD-3159-4474-84A3-D8445A7B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AE578B3-6398-4A20-AE99-0632B630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2412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Check eligibility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6DBC60-2520-4CF9-AB9B-8F421EA5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Compare against the registered voter list.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253FAE8-2921-42BF-9772-DF99319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4E3C95-540D-421B-9524-DF0F798E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909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Check repeat use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DEBEFE-77F2-4E0B-A550-095B9DCD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Search stored votes for this voter ID.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DBEFC4-0CC5-47E2-9811-A6B6C5F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D15F6BB-80DF-484F-9914-724AAA0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576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 receipt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3CBC234-9F86-460C-AC22-737A920F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Save voter, candidate, receipt code and time.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4651BDE-553A-4CD9-8DD3-98DECC8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D8F6AD-2C47-40D6-B6C3-49B3343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124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Refresh the page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0C78AD-7D15-41B2-A786-D95EBB2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24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Re-render candidate counts and leader text.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B8E580-A6AA-481E-A7BF-F519B248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2461097-169A-44F8-84A8-61F9D737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950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895487-349A-4C68-A862-099854F5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E995076-72C1-4D7A-9171-B7B1FE6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browser keeps a compact election record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F2C6F11-93E3-44AA-AF78-425C87A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STORAGE KEY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7F3514-D901-40C3-9A3C-B719AC0A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janmat-election-v1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067BAB-51DB-4FD0-87D9-D31E731D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ELECTION OBJECT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CA1090-83DC-4AC9-B6D5-EDA9EE9A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5762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candidates  →  id, name, party, description, symbol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voters  →  registered voter IDs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votes  →  voterId, candidateId, receiptCode, time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77D9101-E654-4382-853C-FCA302B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SAMPLE VOTER IDS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1D73E05-1675-486B-8928-2050C9C7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3905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VOTER-001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VOTER-002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VOTER-003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… through VOTER-006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54C8E7-5B27-4000-B2A2-4AFEC67B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 receipt code confirms the browser recorded the ballot. It does not prove a secure identity check.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9F16EED-D5D6-467B-98B8-02706C24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A1171F5-F4A1-4223-BB76-11414D68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0692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9F2EF7-5589-4A5C-AD52-4CB4DE53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870D331-6D25-4D56-BF6F-4D8E6B7A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organiser can reshape the sample election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E1F502-3540-4D71-98DF-08F0EE0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CANDIDATE EDITOR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FA2FD68-1442-43E5-ADEC-3EF907F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candidate per line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91D404-983E-4F99-A21E-D1F10B5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Format: ID, Name, Party, short description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IDs must be unique, ignoring letter case.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Blank ID, name or party is rejected.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4D90841-397C-4BDD-8A0F-A1479E3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VOTER EDITOR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5D5933-FFD1-4C7E-8260-F2F01B0D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voter ID per line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7FE6A2-8A14-4D3D-9436-83EED54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Blank lines are dropped.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Repeated exact IDs are reduced to one.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Saving setup keeps votes that still match an active voter and candidate.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CC4007-6CA0-43D9-A4CB-F332218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Restore sample election clears saved votes and reloads the six example IDs.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E3C5F0-18F8-4DC5-B71D-9C4484FE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70B435-52A1-4A08-B76E-7F75C896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9924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439A568-CA10-4139-B55A-453AF05A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24B0F2-F765-4B25-A7BF-D51E2B3E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domain model separates the jobs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D0899D3-58DA-4C7A-88AD-53948E7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27E75A-61BC-4333-8F3B-F8F792C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57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2E6E69-0C21-4B90-94C8-533914B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ID, name, hasVoted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72A35D-6710-46D1-8508-DD22041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231752-CC42-4514-9F97-AAD0BA2B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66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9623F4-7674-4BC7-9346-052CFA39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ID, name, party, vote count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3FE6B2-EC09-478A-8773-97AC42D7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69A76D-954A-4475-93F4-C7D43469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33A828D-8586-4B99-808E-0FD7E260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Accepted ballot and timestamp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2F93C7-E518-475D-A917-36097CA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3011248-06E6-4235-ACCB-78603CCC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486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VoteReceipt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647A3C5-07E2-4C31-B812-9811E09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Status, time and message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501644-3025-4EBE-B4B3-DE9B88E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C36A8AD-9808-4FD6-AD67-8ACBC5CB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95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ElectionResult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184B6C9-A377-4400-B970-9DD04CD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Ranked candidates, leaders and total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33D4081-3661-4B64-B7A6-69CB123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0A7B30E-9F3F-4076-8ABE-882DFB8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05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VotingManager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642ACD6-6AD3-450D-AE08-F375D088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05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Registration, rules, storage and results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EA4B71-355D-46E8-B446-1E3734E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057170-EE21-4BD9-BFA9-76068C2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14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ResultsExporter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2E7B274-B3BA-4468-9B5E-6C4B0951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Plain text final report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8289A85-830D-472D-8F93-0EDC6523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39DB4C1-2DC5-440F-9346-FFFB88C8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3952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457669-2E3C-41A2-9387-FC2278B7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941876-F8B6-4DFD-B95A-AB1AF6C8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engine checks a ballot in order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4B17494-C908-412F-8064-92DA017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0497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A1D4E04-B3DA-4243-8068-B1D9CC13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TIME WINDOW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9D4BFE-347C-4296-84B7-49DE3B84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before opening or after closing.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70408D-9CCB-41DB-992F-C5CD9C2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97D4A22-AB31-4249-B8DB-37529B44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D402B7-7CA5-4E8F-B517-A86FEB8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an unknown ID.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12E8F7-5303-413C-89F4-365BBF9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3852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61C07E-F31B-4C8C-851A-86E1E9EC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385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VOTE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77D5CC-D275-4ED7-9D64-30A0552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3852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 voter who already succeeded.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460E37-36CE-4A6F-8F24-DAA2B8B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C5E261-357E-4850-8631-5676ACE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C9335E0-0A95-4230-9845-AC1C7CF6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05300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an unknown candidate ID.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E201D5-B713-4602-B129-6FD5035E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7207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357E14-7F77-48F8-9002-9DF273C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720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8F5B8C-2A2C-44B1-9CD6-7F91C95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7207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Store Vote, increment tally, mark voter used.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0EDCBF-AFC6-4ADB-93DE-EBEAB5D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castVote() is synchronized to prevent concurrent repeat votes for one ID.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BCF281-D36C-4213-83B4-114F4A9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65184DF-AD86-4CE7-A8E8-EFE3C39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9228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9643D6-D330-4CC3-9460-821F6A1A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AFF1D03-AF04-4B0E-8AEF-A7F7C6F3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Every rejected vote has a named reason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82AA6C-8B8F-4106-AEB3-4A005E8B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29D71F-1017-432B-A6AA-6CD7622E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335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Ballot recorded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DF96FB-50AE-472F-A32C-DE7F066D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WINDOW_CLOSED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0F6288-9AC0-47B7-BAED-2149449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Voting is outside the configured period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B0EE28-AD96-4173-89DD-2D3331E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UNKNOWN_VOTER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714BEF-2736-4607-B08D-355A8BE6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ID is not registered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ACC9B5-38FA-4048-96F5-675E18D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ALREADY_VOTED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274FFF-D026-4F36-ACEA-FABE74C1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That voter ID already has a ballot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BA2194-2520-46CF-BE6C-FCFD9E5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UNKNOWN_CANDIDATE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A06E53-31B2-4700-8A0A-FC24092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95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Candidate ID is not in the election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7F291E-F31A-4556-9E6C-FE8FC16C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A status message tells the operator why a ballot did not count.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6FD8C4-6DBE-4EC6-88FE-D02174CC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B0FD363-AE81-4DB2-BC7D-A18BC299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5236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2D28B7-991F-4692-8C2A-E927A09F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6CF30A-392C-4D75-8F0E-A346A3A0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result snapshot ends with a readable report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8900D6B-A738-43F1-B6AD-28B93DA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ON SCREEN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B03A93-961C-496C-94EF-0D8959FD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4333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ranking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 counts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Total ballots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Winner, tie or no votes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AE897A-D61B-4A39-A9F7-6FCACD34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14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EXPORTED FILE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4A8731-3F69-4E64-AA27-C056043D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voting-results.txt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973F53-2FA8-4072-95FB-B7AD8AA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report includes a generated time and columns for ID, candidate, political party and votes.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3FA317-75BB-435B-8CE7-F2C69FD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Results sort by vote count, then candidate name.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C3F9AA-9126-480F-87AA-3B750374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BA69EC-7C6E-4C29-9E4C-927927A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386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9758FC-C2F3-4709-9A8E-F040D21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IMPLEMENTATION NOTES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12F4F0-9DCC-4656-A770-7B53DDDD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Useful details tucked into the code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E79FBE9-A70A-420E-A51A-4CDDD5F0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HTML safety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FFAA8F-4FA9-4404-8C0D-DB6665E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escapeHtml() encodes candidate text before dynamic markup.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7C24F-102E-4B4D-80B6-8023C128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Controlled time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36EC42-1415-4D2D-840B-ADD58169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receives a Clock, making time checks configurable.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761EF4-9281-43C8-864C-B3B9AB05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Repeat vote guard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A80A05F-FA02-436D-AEC9-4FE8A4F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castVote() synchronizes check and record.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C0B196-6A51-4E8F-AF56-80D90E61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Stable setup order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755CF4-B396-46FD-805B-57EAF03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LinkedHashMap preserves registration order.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0C81DD2-C808-4D50-8E55-4FF6DD6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Deterministic ranking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2A2D3E1-E3DB-477B-BFDF-8B2201E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Results sort by count, then candidate name.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C85135-7360-4F38-911D-7630728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910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Clear export encoding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B86265-006A-406D-8534-EC5BC1B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Text reports use UTF-8.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D101A49-60E0-41D3-B208-90462D1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475891-A8E3-4350-8A18-DF4E6B59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6779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CF463C-2D7E-43E9-84C3-3D00CB9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  /  HONEST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CC150D-AB77-4E45-9082-C8719459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Demo flow and election security have different scopes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96F58F-1184-4DEA-8250-BEEB1141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GOOD FIT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AC187D-798F-48D7-BD14-FA598FBF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Classroom walkthrough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Interface prototype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rules demonstration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Local experiment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413DE2-F951-4B4F-8B5A-F76926F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38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MISSING FOR REAL ELECTIONS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890B7E-E981-42C7-B55B-F01F873A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Trusted identity verification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Server-side authorization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Shared durable storage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Tamper-evident audit and operations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D07572-8544-490F-9D5C-848E2AB6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The website stores data in localStorage. Anyone with access to that browser can change its local setup or votes.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67356E-E03F-40F3-8004-1825DDE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6AEBB1-1C75-42C5-843A-2F027A29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82410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3F9F9C-2E44-4D75-96C2-490EC6ED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04  /  DEMO TIME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301839A-7666-4EFE-A2FC-D6F0FBDC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quick tour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7EECCB4-8D43-44CD-87BE-74071B5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F73BDE-723A-4AB2-84FA-6B3F31EA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8577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index.html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Cast a ballot with VOTER-001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Show receipt and live tally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Election organiser and restore sample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F7D646E-A143-462F-819B-C7A1DEF2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JAVA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9374C6-BAA9-4584-B013-37F1450A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76475"/>
            <a:ext cx="49530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PowerShell: javac *.java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Then: java Main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Register candidates and voters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Cast a vote, type exit, open voting-results.txt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24CABB-F525-4367-89F3-0A4EF1B0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The sample voter list and candidate set are only stored in the browser edition.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783432-E790-436F-A610-A9914642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170C4E-7588-4754-BE29-5D8A50F2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98163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603C15-A69C-43EB-86CC-780DA1C6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  /  IF THE PROJECT GROWS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6D55D81-F2F4-46DF-82FC-D1C7CAB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next chapter is infrastructure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1DEA5FB-1724-4F60-8D37-1144E8C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88F5711-3720-4068-8177-EF268022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097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Choose a trusted deployment model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435CD4-F1EB-4F9E-91B3-8683733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B535A04-A7F0-4F49-870D-FCA68AC0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431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Add server-side identity and authorization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0A779E-7C87-4F42-A617-B81014F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0674D0-EF53-40CA-BC25-68499756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Move ballots to durable, access-controlled storage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C66E71-1F13-4F87-BD6D-1CBFE364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98E588-C124-4255-AF68-DECC2DF6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 auditable events and define recovery procedures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ACEFC8-541F-4E10-B5DF-0893C21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A000B3-A864-4F3C-BDF9-34A214D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434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Test concurrency, failure handling and accessibility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E1C937-F3A9-441E-ABFA-F70673F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These are future requirements, not features in the current project.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7634DA-EC67-4680-B035-B7FE2A17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4AD3E87-4CDC-4299-94F0-B6DD8576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396978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6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946DA8-FC9F-4A2A-8E5E-ACE7C464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JANMAT  /  THE PEOPLE’S VOTE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DFED56-BDBF-47A5-AB28-62AA7300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88582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clear ballot.</a:t>
            </a:r>
          </a:p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small demo.</a:t>
            </a:r>
          </a:p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Lots to build.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8CBD7B7-CE6B-40ED-BAEC-671C4245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A83D3E-B26B-4A2F-B61A-DCE3762E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8FF9C66-21E7-4D2C-9348-44B09DC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007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5841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2026-10-03T16:20:30.2040000Z</dcterms:created>
  <dcterms:modified xsi:type="dcterms:W3CDTF">2026-10-03T16:20:30.2040000Z</dcterms:modified>
</coreProperties>
</file>