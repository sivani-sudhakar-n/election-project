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f3a89f603a47c7" /><Relationship Type="http://schemas.openxmlformats.org/officeDocument/2006/relationships/extended-properties" Target="/docProps/app.xml" Id="R69ab24bb6a614c08" /><Relationship Type="http://schemas.openxmlformats.org/officeDocument/2006/relationships/officeDocument" Target="/ppt/presentation.xml" Id="R49c793447b3948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8d3e5585a44231"/>
  </p:sldMasterIdLst>
  <p:notesMasterIdLst>
    <p:notesMasterId xmlns:r="http://schemas.openxmlformats.org/officeDocument/2006/relationships" r:id="R0e0a9815fac74be9"/>
  </p:notesMasterIdLst>
  <p:sldIdLst>
    <p:sldId xmlns:r="http://schemas.openxmlformats.org/officeDocument/2006/relationships" id="256" r:id="Rba43cad021494a80"/>
    <p:sldId xmlns:r="http://schemas.openxmlformats.org/officeDocument/2006/relationships" id="257" r:id="R04abaebdcfeb47cf"/>
    <p:sldId xmlns:r="http://schemas.openxmlformats.org/officeDocument/2006/relationships" id="258" r:id="Ra174059cc6c74fe8"/>
    <p:sldId xmlns:r="http://schemas.openxmlformats.org/officeDocument/2006/relationships" id="259" r:id="Rd1d6d8d1dbf946d2"/>
    <p:sldId xmlns:r="http://schemas.openxmlformats.org/officeDocument/2006/relationships" id="260" r:id="R764ed333a88c49e5"/>
    <p:sldId xmlns:r="http://schemas.openxmlformats.org/officeDocument/2006/relationships" id="261" r:id="R4a5228a15450469c"/>
    <p:sldId xmlns:r="http://schemas.openxmlformats.org/officeDocument/2006/relationships" id="262" r:id="R9294b0dd56254d48"/>
    <p:sldId xmlns:r="http://schemas.openxmlformats.org/officeDocument/2006/relationships" id="263" r:id="R36bce2594ca2487f"/>
    <p:sldId xmlns:r="http://schemas.openxmlformats.org/officeDocument/2006/relationships" id="264" r:id="R219fb019f4e34dbb"/>
    <p:sldId xmlns:r="http://schemas.openxmlformats.org/officeDocument/2006/relationships" id="265" r:id="Rfa9bd2927d5846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b9670dc12e4479" /><Relationship Type="http://schemas.openxmlformats.org/officeDocument/2006/relationships/slideMaster" Target="/ppt/slideMasters/slideMaster1.xml" Id="R8d8d3e5585a44231" /><Relationship Type="http://schemas.openxmlformats.org/officeDocument/2006/relationships/notesMaster" Target="/ppt/notesMasters/notesMaster1.xml" Id="R0e0a9815fac74be9" /><Relationship Type="http://schemas.openxmlformats.org/officeDocument/2006/relationships/presProps" Target="/ppt/presProps.xml" Id="R8dcc0af6b4204f3a" /><Relationship Type="http://schemas.openxmlformats.org/officeDocument/2006/relationships/tableStyles" Target="/ppt/tableStyles.xml" Id="R857891036fc144e2" /><Relationship Type="http://schemas.openxmlformats.org/officeDocument/2006/relationships/slide" Target="/ppt/slides/slide1.xml" Id="Rba43cad021494a80" /><Relationship Type="http://schemas.openxmlformats.org/officeDocument/2006/relationships/slide" Target="/ppt/slides/slide2.xml" Id="R04abaebdcfeb47cf" /><Relationship Type="http://schemas.openxmlformats.org/officeDocument/2006/relationships/slide" Target="/ppt/slides/slide3.xml" Id="Ra174059cc6c74fe8" /><Relationship Type="http://schemas.openxmlformats.org/officeDocument/2006/relationships/slide" Target="/ppt/slides/slide4.xml" Id="Rd1d6d8d1dbf946d2" /><Relationship Type="http://schemas.openxmlformats.org/officeDocument/2006/relationships/slide" Target="/ppt/slides/slide5.xml" Id="R764ed333a88c49e5" /><Relationship Type="http://schemas.openxmlformats.org/officeDocument/2006/relationships/slide" Target="/ppt/slides/slide6.xml" Id="R4a5228a15450469c" /><Relationship Type="http://schemas.openxmlformats.org/officeDocument/2006/relationships/slide" Target="/ppt/slides/slide7.xml" Id="R9294b0dd56254d48" /><Relationship Type="http://schemas.openxmlformats.org/officeDocument/2006/relationships/slide" Target="/ppt/slides/slide8.xml" Id="R36bce2594ca2487f" /><Relationship Type="http://schemas.openxmlformats.org/officeDocument/2006/relationships/slide" Target="/ppt/slides/slide9.xml" Id="R219fb019f4e34dbb" /><Relationship Type="http://schemas.openxmlformats.org/officeDocument/2006/relationships/slide" Target="/ppt/slides/slide10.xml" Id="Rfa9bd2927d5846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fb5f4f133640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da2b5b0b6c42bf" /><Relationship Type="http://schemas.openxmlformats.org/officeDocument/2006/relationships/notesMaster" Target="/ppt/notesMasters/notesMaster1.xml" Id="Rc0f625bcd48f44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89a5ed36e24746" /><Relationship Type="http://schemas.openxmlformats.org/officeDocument/2006/relationships/notesMaster" Target="/ppt/notesMasters/notesMaster1.xml" Id="R2d6d813154a640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6476b578dc45ef" /><Relationship Type="http://schemas.openxmlformats.org/officeDocument/2006/relationships/notesMaster" Target="/ppt/notesMasters/notesMaster1.xml" Id="Ra239aecc5aed42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65986798834bef" /><Relationship Type="http://schemas.openxmlformats.org/officeDocument/2006/relationships/notesMaster" Target="/ppt/notesMasters/notesMaster1.xml" Id="Rb4b1cee486d944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426975b7ee4e13" /><Relationship Type="http://schemas.openxmlformats.org/officeDocument/2006/relationships/notesMaster" Target="/ppt/notesMasters/notesMaster1.xml" Id="R3fa1214b207841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e1eb553935480e" /><Relationship Type="http://schemas.openxmlformats.org/officeDocument/2006/relationships/notesMaster" Target="/ppt/notesMasters/notesMaster1.xml" Id="R5564a0acbc3546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30720d27e14dd8" /><Relationship Type="http://schemas.openxmlformats.org/officeDocument/2006/relationships/notesMaster" Target="/ppt/notesMasters/notesMaster1.xml" Id="R12d5a8def61243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d95a084b2c4ef6" /><Relationship Type="http://schemas.openxmlformats.org/officeDocument/2006/relationships/notesMaster" Target="/ppt/notesMasters/notesMaster1.xml" Id="Rd0acde2223c145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705460fbf64da7" /><Relationship Type="http://schemas.openxmlformats.org/officeDocument/2006/relationships/notesMaster" Target="/ppt/notesMasters/notesMaster1.xml" Id="R94217bec5b1f46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cfa9eabda34267" /><Relationship Type="http://schemas.openxmlformats.org/officeDocument/2006/relationships/notesMaster" Target="/ppt/notesMasters/notesMaster1.xml" Id="Rb473b6351ccd40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Janmat is documented as a front-end demonstration of a community election. The repository also includes a Java console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the product intent stated in the website and Java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version lives in index.html, styles.css and app.js. The Java console version uses Main and the election domain classes.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three-step sequence follows the website flow: inspect candidates, enter a voter ID and submit a selected candidate. The tally is recomputed from stored votes.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website documentation lists six sample voter IDs and explains that setup and votes remain in the current browser local storage.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VotingManager handles registration, vote validation, synchronization of castVote, result calculation and vote storage. ResultsExporter writes voting-results.txt.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details are present in app.js and VotingManager.java. The browser app escapes candidate text before rendering dynamic markup.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website explicitly describes itself as a front-end demo, and states that local storage is not a secure election database and does not sync across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sample voter ID is documented in WEBSITE.md. The reset control restores the sample election and clears votes in local storage.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next steps are recommendations inferred from the documented demo limitations, not features currently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3b4f5745b4d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b8792b17d040a3" /><Relationship Type="http://schemas.openxmlformats.org/officeDocument/2006/relationships/slideLayout" Target="/ppt/slideLayouts/slideLayout1.xml" Id="R18aaa76ef58a48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aaa76ef58a48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c20c14bdd4d64" /><Relationship Type="http://schemas.openxmlformats.org/officeDocument/2006/relationships/notesSlide" Target="/ppt/notesSlides/notesSlide1.xml" Id="R6d0d4188963042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3153afa244a85" /><Relationship Type="http://schemas.openxmlformats.org/officeDocument/2006/relationships/notesSlide" Target="/ppt/notesSlides/notesSlide2.xml" Id="Ra638bb76ab9f4e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d942b536f411d" /><Relationship Type="http://schemas.openxmlformats.org/officeDocument/2006/relationships/notesSlide" Target="/ppt/notesSlides/notesSlide3.xml" Id="R8fdcdb98dc7c47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c7de57ad64581" /><Relationship Type="http://schemas.openxmlformats.org/officeDocument/2006/relationships/notesSlide" Target="/ppt/notesSlides/notesSlide4.xml" Id="R4e6f89548f2349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e4ac6707e4ba4" /><Relationship Type="http://schemas.openxmlformats.org/officeDocument/2006/relationships/notesSlide" Target="/ppt/notesSlides/notesSlide5.xml" Id="R22627b2715ea48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daf014f544961" /><Relationship Type="http://schemas.openxmlformats.org/officeDocument/2006/relationships/notesSlide" Target="/ppt/notesSlides/notesSlide6.xml" Id="R56038b0dea5c4f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28f78429347cc" /><Relationship Type="http://schemas.openxmlformats.org/officeDocument/2006/relationships/notesSlide" Target="/ppt/notesSlides/notesSlide7.xml" Id="Rb128efecbf5f46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d926b2e50455c" /><Relationship Type="http://schemas.openxmlformats.org/officeDocument/2006/relationships/notesSlide" Target="/ppt/notesSlides/notesSlide8.xml" Id="R2c811231813040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ec4dccb474ac6" /><Relationship Type="http://schemas.openxmlformats.org/officeDocument/2006/relationships/notesSlide" Target="/ppt/notesSlides/notesSlide9.xml" Id="R5196321103a94a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e1fef86474f48" /><Relationship Type="http://schemas.openxmlformats.org/officeDocument/2006/relationships/notesSlide" Target="/ppt/notesSlides/notesSlide10.xml" Id="R27b10952faf849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25A431F-5C2B-4729-B0D4-1FCC1689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JANMAT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1E6C755-BD69-428E-BBD5-467A6107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953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A vote is</a:t>
            </a:r>
          </a:p>
          <a:p xmlns:a="http://schemas.openxmlformats.org/drawingml/2006/main">
            <a:pPr algn="l">
              <a:defRPr sz="570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a promise.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E8C5FE6-85E2-4EF3-BD4F-23101B73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A small election platform with two ways to run the vote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59D68A5-DCFD-431B-89DC-B7283E83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57300"/>
            <a:ext cx="1809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3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23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9E340A8-BDF3-400C-B2BF-7D386AA9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WEB DEMO  +  JAVA CONSOLE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B50D273-9509-4121-A50D-5B92D111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747319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FCA60BE-C56C-499A-8DAB-622CBC2D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THE IDEA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7FCBA7A-2E3A-41E7-B11B-C2D9051B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Make a local election easy to follow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F060988-B93D-4B92-938C-C12CAEF3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52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A voter needs a clear ballot, a simple way to submit it, and a visible count.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438C060-9E2A-434F-81AF-202586F4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E67A67D-D969-44A2-84C5-1EC1B6E1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8478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Know who is running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10A2AA3-28B7-4268-B37E-BDA27C05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860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1FFE9C5-674A-4469-AEB1-EC7A3A14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9718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Use one registered voter ID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626087E-931E-4C6E-91B7-237652F9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00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C6C10A0-B7B7-43C5-AE72-2AAC2F27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957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See the tally update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42500D6-16D2-4E8B-9EEC-F73208E0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The experience is designed around the voter journey.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0ADA798-0AE2-4FDD-8478-04448730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/  ELECTION SYSTEM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344E02D-68EF-4D1F-95F0-CDA40F72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9922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CE7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0DE0DF2-16BE-4337-B9E0-49701C5C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TWO WAYS TO RUN IT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E64A88B-423D-4044-9A79-DECCB9D3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One idea, two editions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729E00B-8E7E-4492-976D-4A7D1295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01   BROWSER DEMO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4C1DC27-6153-4403-91CB-C6CFD2F9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Janmat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ACF301-452A-4C6E-8515-15D7ECFC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A friendly, visual ballot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Local browser storage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Live tally and receipt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1621CE8-A68E-4189-91E0-1A6B2335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02   JAVA CONSOLE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41EB9E-812B-4B81-A08F-564C1C89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Election system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62BB385-A535-4237-A605-503E63EB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86125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Command line voting flow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 and candidate objects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Text results export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1CF7B38-C56A-4F46-B2E6-D9B5E05A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Pick the edition that fits the room: click-through demo or terminal session.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75F2FFB-DB3A-4A2F-8F9E-24945927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/  ELECTION SYSTEM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E12E827-69AE-4EA8-98CD-4E04C1D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41599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3BDD6BC-7104-4A40-87B9-E4217DEC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THE VOTING JOURNEY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F13A85A-D1E8-40A5-B9CD-0DAB66B2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A ballot in three moves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84D19E2-CE2F-49DF-9693-56056246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104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ABFE36-88CB-41EA-9423-7CDE7685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70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Meet the candidates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D864374-C150-4D45-A0D1-3FBFDA36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304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Read names, parties,</a:t>
            </a:r>
          </a:p>
          <a:p xmlns:a="http://schemas.openxmlformats.org/drawingml/2006/main">
            <a:pPr algn="l">
              <a:defRPr sz="165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and short descriptions.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D13291-BD8A-4D6B-8D42-F770A03A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1104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A4BBD3-1BD2-4C0A-A9A5-94845747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670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Check the voter ID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3B14C3-BA71-4F8B-853D-1268DF57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304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Enter a registered ID.</a:t>
            </a:r>
          </a:p>
          <a:p xmlns:a="http://schemas.openxmlformats.org/drawingml/2006/main">
            <a:pPr algn="l">
              <a:defRPr sz="165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The demo checks eligibility.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7C4A3C5-55A3-4683-80E3-7CFB32E9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85950"/>
            <a:ext cx="1104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C78E22A-DC95-4402-B5F5-4336308D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670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Cast and count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740332A-60D9-4E08-9D8A-C80D0450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38550"/>
            <a:ext cx="304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Select one candidate.</a:t>
            </a:r>
          </a:p>
          <a:p xmlns:a="http://schemas.openxmlformats.org/drawingml/2006/main">
            <a:pPr algn="l">
              <a:defRPr sz="165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The tally refreshes.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7A0C3B8-D39C-46A7-9936-286DF414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Voter → ballot → result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3F7DBB2-5B37-433B-A370-2988A812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/  ELECTION SYSTEM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4EBB6B6-8EF0-4681-986C-82C6DF01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0942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9398349-26F2-4F18-9116-A1F4E95D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BROWSER EDITION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8EE17BB-477D-43AD-BEF1-375F5126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Janmat lives in one browser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6617438-06C3-43FB-B9F3-CB95120B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The page is plain HTML, CSS and JavaScript.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E229261-B1E2-4303-A275-2F9458C2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Candidate cards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A438621-F23F-4FE6-BCD9-0F1E6CAB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Ballot form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2E73DB6-A247-4B1D-931F-C85B36A4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Results tally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15F13BA-2237-4F71-82AA-A819D53E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Local storage keeps the election setup and votes on that device.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B11C69-81D7-4438-92D3-A12D4AE1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4762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The organiser can edit candidate and voter lists, then restore the sample election.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6E259B9-600A-4333-BF11-CBF5F6A4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339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Try it: VOTER-001 to VOTER-006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30DB09C-8DE4-4E95-9189-66861B97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JANMAT  /  ELECTION SYSTEM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51B0F80-B163-46E7-B960-2AC06B53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93686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2706648-2154-4737-BB97-227507B6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JAVA EDITION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26DEAFB-FB4B-4F23-B88A-9ED3332E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VotingManager keeps the rules together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B7E2393-2262-4750-BEE8-10928BDB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5145157-B083-44B2-912F-39E23948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266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Voters</a:t>
            </a:r>
          </a:p>
          <a:p xmlns:a="http://schemas.openxmlformats.org/drawingml/2006/main">
            <a:pPr algn="l">
              <a:defRPr sz="22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Candidates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034A373-713C-4A80-BD8B-31764A9A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52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C4B1940-B4EC-43E8-85EE-5F93AD4D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4792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Window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 ID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Candidate ID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Repeat vote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688DBDE-2FEE-4C96-8859-57840053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8F06B9D-D21D-4229-86C9-E404B489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479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Ranked results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Tie or winner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Text export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ADC478C-20A2-48BB-AA56-F67C4FD3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VoteStatus makes rejected ballots explicit.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C8DE0CA-E819-4C02-94A1-B3659DC2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ACCEPTED   ·   UNKNOWN VOTER   ·   ALREADY VOTED   ·   WINDOW CLOSED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5DDFF16-E6C7-4A09-BD4E-E6624BDF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/  ELECTION SYSTEM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3756D7E-2D18-4A38-846A-922C8561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068941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CE7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F3FBE02-B877-4601-8280-183D0600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UNDER THE HOOD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665244D-01CD-49AA-80F4-FE8F9FDF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Small choices that make the flow safer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E95E2D9-E9FC-4837-BC9A-51465C20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escapeHtml()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CB8EC51-2E96-4614-8553-BE6E578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Escapes candidate-supplied text before it enters HTML.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9F43EF0-2868-4D61-8932-B8D34612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Synchronized vote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81CAE9-03D5-4BFD-943D-E0CD8F20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86025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Java manager protects the one-vote check and record operation.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B225D45-CCD6-4FAA-85B6-3CB605E3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Clock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90AC6FE-25A5-4822-8498-70CD5D31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428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Java rules receive a Clock, which keeps time checks testable.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DED8A9-1AC4-41DE-A3EA-0DC75C6C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Sorted results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7054F64-E7E7-4BE5-A9DF-68A3E6BA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4667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Java summary ranks by vote count, then candidate name.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3DFE09F-23A1-4424-9017-32D95E17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/  ELECTION SYSTEM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449E47-8B2B-4197-A643-89679FCF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21098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729A5B7-3FCD-4AE6-85ED-A3A18896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SCOPE CHECK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7C42B5F-5F8F-4724-8E7E-CF396206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A demo election, with demo-level trust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98A84D9-88A0-45C3-8717-BF847BE6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Works well for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D467590-EEF0-4ADC-8B76-D816DAE1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4381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Presenting a voting flow</a:t>
            </a:r>
          </a:p>
          <a:p xmlns:a="http://schemas.openxmlformats.org/drawingml/2006/main">
            <a:pPr algn="l">
              <a:defRPr sz="172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Trying the interface locally</a:t>
            </a:r>
          </a:p>
          <a:p xmlns:a="http://schemas.openxmlformats.org/drawingml/2006/main">
            <a:pPr algn="l">
              <a:defRPr sz="172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Exploring Java election rules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6660DC0-EF18-4C3A-89DB-DB328293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Not built for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A7D757B-A6CC-421B-BC50-0380EC62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0325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Secure real elections</a:t>
            </a:r>
          </a:p>
          <a:p xmlns:a="http://schemas.openxmlformats.org/drawingml/2006/main">
            <a:pPr algn="l">
              <a:defRPr sz="172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Shared results across devices</a:t>
            </a:r>
          </a:p>
          <a:p xmlns:a="http://schemas.openxmlformats.org/drawingml/2006/main">
            <a:pPr algn="l">
              <a:defRPr sz="172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Verified identity or tamper resistance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E1E38D-C952-4061-A6E6-906BEDA0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Browser data stays in that browser. Anyone with access can alter the local setup or stored votes.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7A376D-FAB8-4131-9984-F7493C20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/  ELECTION SYSTEM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8AF57EA-1534-4B8C-ADEC-85F276C6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3140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6E1C068-8394-4AD7-A4D7-820FC62D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4E45270-1FEE-4AC0-A047-01AACBCC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A quick run-through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4C8DD17-44EF-410E-8E45-C1907147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92C5788-6997-44B1-9EAE-72476D88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240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Open index.html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1FFD2FC-A569-48F4-BDF8-E40AD3BE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9661C45-58EE-4882-9049-023A128A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Choose a candidate and enter VOTER-001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1193AEB-BEAC-4134-8F36-2F9E2E52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86BFE44-965F-4B04-A3EE-CF48D346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Show the receipt and refreshed tally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E701072-6EB9-4FD6-8FF0-00C29CB5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85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019C093-1397-42B6-A6FF-D23172DA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673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Use organiser controls to reset the sample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20D17D3-4FC2-46BB-9188-B59AAED7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JANMAT  /  ELECTION SYSTEM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E5A3936-0448-41D6-8922-BB71A22A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591533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064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0D1B00-2EBD-4547-B2F9-1F62934E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JANMAT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F9E6EA8-1DF6-45B2-A036-1E3548DA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6667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Thanks!</a:t>
            </a:r>
          </a:p>
          <a:p xmlns:a="http://schemas.openxmlformats.org/drawingml/2006/main">
            <a:pPr algn="l">
              <a:defRPr sz="510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AB86B1A-8BCC-470A-87E3-EF3561D2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A small election project with a clear next chapter.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3E3D7F9-824E-4294-9459-F8C1327D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NEXT IF THIS GROWS UP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DC24DA5-96E2-4C15-AC39-EFFF45E5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Add a trusted backend, persistent database,</a:t>
            </a:r>
          </a:p>
          <a:p xmlns:a="http://schemas.openxmlformats.org/drawingml/2006/main">
            <a:pPr algn="l">
              <a:defRPr sz="1725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verified authentication and audit controls.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0DB037-235E-4433-936D-3DC86EEC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590675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840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337258-DE73-4EB5-8445-ED19E89E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388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521054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2026-10-03T16:08:42.2430000Z</dcterms:created>
  <dcterms:modified xsi:type="dcterms:W3CDTF">2026-10-03T16:08:42.2430000Z</dcterms:modified>
</coreProperties>
</file>